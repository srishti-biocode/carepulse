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9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7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4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5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3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5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3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9825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3074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96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11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8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CarePulse: Simple Check-ins, Stronger Bonds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Semester Capstone Project</a:t>
            </a:r>
          </a:p>
          <a:p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Hybrid UG Program in Computer Science &amp; Data Analytics</a:t>
            </a:r>
          </a:p>
          <a:p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 </a:t>
            </a: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Suraj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Maurya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IIT Patna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fontScale="77500" lnSpcReduction="20000"/>
          </a:bodyPr>
          <a:lstStyle/>
          <a:p>
            <a:pPr>
              <a:defRPr sz="2000"/>
            </a:pPr>
            <a:r>
              <a:rPr b="1" dirty="0"/>
              <a:t>Introduction</a:t>
            </a:r>
          </a:p>
          <a:p>
            <a:pPr>
              <a:defRPr sz="2000"/>
            </a:pPr>
            <a:r>
              <a:rPr b="1" dirty="0"/>
              <a:t>Problem Statement</a:t>
            </a:r>
          </a:p>
          <a:p>
            <a:pPr>
              <a:defRPr sz="2000"/>
            </a:pPr>
            <a:r>
              <a:rPr b="1" dirty="0"/>
              <a:t>Objectives</a:t>
            </a:r>
          </a:p>
          <a:p>
            <a:pPr>
              <a:defRPr sz="2000"/>
            </a:pPr>
            <a:r>
              <a:rPr b="1" dirty="0"/>
              <a:t>Literature Survey</a:t>
            </a:r>
          </a:p>
          <a:p>
            <a:pPr>
              <a:defRPr sz="2000"/>
            </a:pPr>
            <a:r>
              <a:rPr b="1" dirty="0"/>
              <a:t>System Architecture</a:t>
            </a:r>
          </a:p>
          <a:p>
            <a:pPr>
              <a:defRPr sz="2000"/>
            </a:pPr>
            <a:r>
              <a:rPr b="1" dirty="0"/>
              <a:t>Technologies Used</a:t>
            </a:r>
          </a:p>
          <a:p>
            <a:pPr>
              <a:defRPr sz="2000"/>
            </a:pPr>
            <a:r>
              <a:rPr b="1" dirty="0"/>
              <a:t>My Contribution</a:t>
            </a:r>
          </a:p>
          <a:p>
            <a:pPr>
              <a:defRPr sz="2000"/>
            </a:pPr>
            <a:r>
              <a:rPr b="1" dirty="0"/>
              <a:t>Accessibility Features</a:t>
            </a:r>
          </a:p>
          <a:p>
            <a:pPr>
              <a:defRPr sz="2000"/>
            </a:pPr>
            <a:r>
              <a:rPr b="1" dirty="0"/>
              <a:t>Audio Integration</a:t>
            </a:r>
          </a:p>
          <a:p>
            <a:pPr>
              <a:defRPr sz="2000"/>
            </a:pPr>
            <a:r>
              <a:rPr b="1" dirty="0"/>
              <a:t>Testing &amp; Results</a:t>
            </a:r>
          </a:p>
          <a:p>
            <a:pPr>
              <a:defRPr sz="2000"/>
            </a:pPr>
            <a:r>
              <a:rPr b="1" dirty="0"/>
              <a:t>Future Scope</a:t>
            </a:r>
          </a:p>
          <a:p>
            <a:pPr>
              <a:defRPr sz="2000"/>
            </a:pPr>
            <a:r>
              <a:rPr b="1" dirty="0"/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 err="1"/>
              <a:t>CarePulse</a:t>
            </a:r>
            <a:r>
              <a:rPr b="1" dirty="0"/>
              <a:t> is a healthcare assistance platform designed especially for senior citizens.</a:t>
            </a:r>
          </a:p>
          <a:p>
            <a:pPr>
              <a:defRPr sz="2000"/>
            </a:pPr>
            <a:r>
              <a:rPr b="1" dirty="0"/>
              <a:t>The project follows a Senior-First Design Philosophy.</a:t>
            </a:r>
          </a:p>
          <a:p>
            <a:pPr>
              <a:defRPr sz="2000"/>
            </a:pPr>
            <a:r>
              <a:rPr b="1" dirty="0"/>
              <a:t>The system improves accessibility and usability for elderly users.</a:t>
            </a:r>
          </a:p>
          <a:p>
            <a:pPr>
              <a:defRPr sz="2000"/>
            </a:pPr>
            <a:r>
              <a:rPr b="1" dirty="0"/>
              <a:t>Main focus areas are readability, simplicity, and audio guidance.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This Project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Most healthcare applications are difficult for elderly people to use.</a:t>
            </a:r>
          </a:p>
          <a:p>
            <a:pPr>
              <a:defRPr sz="2000"/>
            </a:pPr>
            <a:r>
              <a:rPr b="1" dirty="0"/>
              <a:t>Senior citizens face visual and cognitive challenges.</a:t>
            </a:r>
          </a:p>
          <a:p>
            <a:pPr>
              <a:defRPr sz="2000"/>
            </a:pPr>
            <a:r>
              <a:rPr b="1" dirty="0"/>
              <a:t>Complex menus and small text sizes reduce usability.</a:t>
            </a:r>
          </a:p>
          <a:p>
            <a:pPr>
              <a:defRPr sz="2000"/>
            </a:pPr>
            <a:r>
              <a:rPr b="1" dirty="0"/>
              <a:t>Many users depend on family members for digital healthcare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Existing healthcare platforms lack accessibility support.</a:t>
            </a:r>
          </a:p>
          <a:p>
            <a:pPr>
              <a:defRPr sz="2000"/>
            </a:pPr>
            <a:r>
              <a:rPr b="1" dirty="0"/>
              <a:t>Users struggle with small fonts and poor navigation.</a:t>
            </a:r>
          </a:p>
          <a:p>
            <a:pPr>
              <a:defRPr sz="2000"/>
            </a:pPr>
            <a:r>
              <a:rPr b="1" dirty="0"/>
              <a:t>No proper voice assistance for visually impaired users.</a:t>
            </a:r>
          </a:p>
          <a:p>
            <a:pPr>
              <a:defRPr sz="2000"/>
            </a:pPr>
            <a:r>
              <a:rPr b="1" dirty="0"/>
              <a:t>Difficult interfaces create confusion and frustration.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Develop a simple healthcare platform for elderly users.</a:t>
            </a:r>
          </a:p>
          <a:p>
            <a:pPr>
              <a:defRPr sz="2000"/>
            </a:pPr>
            <a:r>
              <a:rPr b="1" dirty="0"/>
              <a:t>Implement accessibility-focused features.</a:t>
            </a:r>
          </a:p>
          <a:p>
            <a:pPr>
              <a:defRPr sz="2000"/>
            </a:pPr>
            <a:r>
              <a:rPr b="1" dirty="0"/>
              <a:t>Provide voice-based assistance and guidance.</a:t>
            </a:r>
          </a:p>
          <a:p>
            <a:pPr>
              <a:defRPr sz="2000"/>
            </a:pPr>
            <a:r>
              <a:rPr b="1" dirty="0"/>
              <a:t>Reduce dependency on visual interaction.</a:t>
            </a:r>
          </a:p>
          <a:p>
            <a:pPr>
              <a:defRPr sz="2000"/>
            </a:pPr>
            <a:r>
              <a:rPr b="1" dirty="0"/>
              <a:t>Improve overall user experience.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The project follows WCAG 2.1 accessibility standards.</a:t>
            </a:r>
          </a:p>
          <a:p>
            <a:pPr>
              <a:defRPr sz="2000"/>
            </a:pPr>
            <a:r>
              <a:rPr b="1" dirty="0"/>
              <a:t>Accessibility principles include Perceivable, Operable, Understandable, and Robust.</a:t>
            </a:r>
          </a:p>
          <a:p>
            <a:pPr>
              <a:defRPr sz="2000"/>
            </a:pPr>
            <a:r>
              <a:rPr b="1" dirty="0"/>
              <a:t>Research shows audio assistance improves elderly interaction with digital systems.</a:t>
            </a:r>
          </a:p>
          <a:p>
            <a:pPr>
              <a:defRPr sz="2000"/>
            </a:pPr>
            <a:r>
              <a:rPr b="1" dirty="0"/>
              <a:t>Semantic HTML and accessibility APIs improve compatibility.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Frontend handles user interaction and accessibility controls.</a:t>
            </a:r>
          </a:p>
          <a:p>
            <a:pPr>
              <a:defRPr sz="2000"/>
            </a:pPr>
            <a:r>
              <a:rPr b="1" dirty="0"/>
              <a:t>Audio module converts text into speech.</a:t>
            </a:r>
          </a:p>
          <a:p>
            <a:pPr>
              <a:defRPr sz="2000"/>
            </a:pPr>
            <a:r>
              <a:rPr b="1" dirty="0"/>
              <a:t>Reminder system manages healthcare notifications.</a:t>
            </a:r>
          </a:p>
          <a:p>
            <a:pPr>
              <a:defRPr sz="2000"/>
            </a:pPr>
            <a:r>
              <a:rPr b="1" dirty="0"/>
              <a:t>Emergency module handles SOS functionality.</a:t>
            </a:r>
          </a:p>
          <a:p>
            <a:pPr>
              <a:defRPr sz="2000"/>
            </a:pPr>
            <a:r>
              <a:rPr b="1" dirty="0"/>
              <a:t>Accessibility module manages font resizing and UI adjustments.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HTML5 used for webpage structure.</a:t>
            </a:r>
          </a:p>
          <a:p>
            <a:pPr>
              <a:defRPr sz="2000"/>
            </a:pPr>
            <a:r>
              <a:rPr b="1" dirty="0"/>
              <a:t>CSS3 used for styling and responsive layout.</a:t>
            </a:r>
          </a:p>
          <a:p>
            <a:pPr>
              <a:defRPr sz="2000"/>
            </a:pPr>
            <a:r>
              <a:rPr b="1" dirty="0"/>
              <a:t>JavaScript used for interactivity and functionality.</a:t>
            </a:r>
          </a:p>
          <a:p>
            <a:pPr>
              <a:defRPr sz="2000"/>
            </a:pPr>
            <a:r>
              <a:rPr b="1" dirty="0"/>
              <a:t>Speech Synthesis API used for text-to-speech conversion.</a:t>
            </a:r>
          </a:p>
          <a:p>
            <a:pPr>
              <a:defRPr sz="2000"/>
            </a:pPr>
            <a:r>
              <a:rPr b="1" dirty="0"/>
              <a:t>Google Fonts used for better readability.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Frontend Development – </a:t>
            </a:r>
            <a:r>
              <a:rPr b="1" dirty="0" err="1"/>
              <a:t>Srishti</a:t>
            </a:r>
            <a:r>
              <a:rPr b="1" dirty="0"/>
              <a:t> </a:t>
            </a:r>
            <a:r>
              <a:rPr b="1" dirty="0" err="1"/>
              <a:t>Maurya</a:t>
            </a:r>
            <a:endParaRPr b="1" dirty="0"/>
          </a:p>
          <a:p>
            <a:pPr>
              <a:defRPr sz="2000"/>
            </a:pPr>
            <a:r>
              <a:rPr b="1" dirty="0"/>
              <a:t>Backend Framework &amp; Architecture – </a:t>
            </a:r>
            <a:r>
              <a:rPr b="1" dirty="0" err="1"/>
              <a:t>Shashank</a:t>
            </a:r>
            <a:r>
              <a:rPr b="1" dirty="0"/>
              <a:t> Mehta</a:t>
            </a:r>
          </a:p>
          <a:p>
            <a:pPr>
              <a:defRPr sz="2000"/>
            </a:pPr>
            <a:r>
              <a:rPr b="1" dirty="0"/>
              <a:t>UI/UX Research &amp; Localization – </a:t>
            </a:r>
            <a:r>
              <a:rPr b="1" dirty="0" err="1"/>
              <a:t>Shivaji</a:t>
            </a:r>
            <a:r>
              <a:rPr b="1" dirty="0"/>
              <a:t> </a:t>
            </a:r>
            <a:r>
              <a:rPr b="1" dirty="0" err="1"/>
              <a:t>Maurya</a:t>
            </a:r>
            <a:endParaRPr b="1" dirty="0"/>
          </a:p>
          <a:p>
            <a:pPr>
              <a:defRPr sz="2000"/>
            </a:pPr>
            <a:r>
              <a:rPr b="1" dirty="0"/>
              <a:t>Accessibility Logic &amp; Audio Integration – </a:t>
            </a:r>
            <a:r>
              <a:rPr b="1" dirty="0" err="1"/>
              <a:t>Suraj</a:t>
            </a:r>
            <a:r>
              <a:rPr b="1" dirty="0"/>
              <a:t> </a:t>
            </a:r>
            <a:r>
              <a:rPr b="1" dirty="0" err="1"/>
              <a:t>Maurya</a:t>
            </a:r>
            <a:endParaRPr b="1" dirty="0"/>
          </a:p>
          <a:p>
            <a:pPr>
              <a:defRPr sz="2000"/>
            </a:pPr>
            <a:r>
              <a:rPr b="1" dirty="0"/>
              <a:t>Testing &amp; Documentation – </a:t>
            </a:r>
            <a:r>
              <a:rPr b="1" dirty="0" err="1"/>
              <a:t>Himanshu</a:t>
            </a:r>
            <a:r>
              <a:rPr b="1" dirty="0"/>
              <a:t> </a:t>
            </a:r>
            <a:r>
              <a:rPr b="1" dirty="0" err="1"/>
              <a:t>Meena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My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Implemented Accessibility Logic.</a:t>
            </a:r>
          </a:p>
          <a:p>
            <a:pPr>
              <a:defRPr sz="2000"/>
            </a:pPr>
            <a:r>
              <a:rPr b="1" dirty="0"/>
              <a:t>Integrated Audio Guidance System.</a:t>
            </a:r>
          </a:p>
          <a:p>
            <a:pPr>
              <a:defRPr sz="2000"/>
            </a:pPr>
            <a:r>
              <a:rPr b="1" dirty="0"/>
              <a:t>Added Hindi Text-to-Speech functionality.</a:t>
            </a:r>
          </a:p>
          <a:p>
            <a:pPr>
              <a:defRPr sz="2000"/>
            </a:pPr>
            <a:r>
              <a:rPr b="1" dirty="0"/>
              <a:t>Designed interactive accessibility controls.</a:t>
            </a:r>
          </a:p>
          <a:p>
            <a:pPr>
              <a:defRPr sz="2000"/>
            </a:pPr>
            <a:r>
              <a:rPr b="1" dirty="0"/>
              <a:t>Reduced cognitive load for elderly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Accessibility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Added A+ and A- controls for dynamic font resizing.</a:t>
            </a:r>
          </a:p>
          <a:p>
            <a:pPr>
              <a:defRPr sz="2000"/>
            </a:pPr>
            <a:r>
              <a:rPr b="1" dirty="0"/>
              <a:t>Improved readability for visually challenged users.</a:t>
            </a:r>
          </a:p>
          <a:p>
            <a:pPr>
              <a:defRPr sz="2000"/>
            </a:pPr>
            <a:r>
              <a:rPr b="1" dirty="0"/>
              <a:t>Created larger buttons and interactive UI elements.</a:t>
            </a:r>
          </a:p>
          <a:p>
            <a:pPr>
              <a:defRPr sz="2000"/>
            </a:pPr>
            <a:r>
              <a:rPr b="1" dirty="0"/>
              <a:t>Ensured easier navigation across the 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Font Resize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User clicks A+ button to increase font size.</a:t>
            </a:r>
          </a:p>
          <a:p>
            <a:pPr>
              <a:defRPr sz="2000"/>
            </a:pPr>
            <a:r>
              <a:rPr b="1" dirty="0"/>
              <a:t>JavaScript dynamically changes body font size.</a:t>
            </a:r>
          </a:p>
          <a:p>
            <a:pPr>
              <a:defRPr sz="2000"/>
            </a:pPr>
            <a:r>
              <a:rPr b="1" dirty="0"/>
              <a:t>A- button decreases font size when needed.</a:t>
            </a:r>
          </a:p>
          <a:p>
            <a:pPr>
              <a:defRPr sz="2000"/>
            </a:pPr>
            <a:r>
              <a:rPr b="1" dirty="0"/>
              <a:t>This allows personalized viewing comfort for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Audio Integration (</a:t>
            </a:r>
            <a:r>
              <a:rPr b="1" dirty="0" err="1"/>
              <a:t>Suniye</a:t>
            </a:r>
            <a:r>
              <a:rPr b="1" dirty="0"/>
              <a:t>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Each section contains an audio button.</a:t>
            </a:r>
          </a:p>
          <a:p>
            <a:pPr>
              <a:defRPr sz="2000"/>
            </a:pPr>
            <a:r>
              <a:rPr b="1" dirty="0"/>
              <a:t>Users can hear instructions instead of reading them.</a:t>
            </a:r>
          </a:p>
          <a:p>
            <a:pPr>
              <a:defRPr sz="2000"/>
            </a:pPr>
            <a:r>
              <a:rPr b="1" dirty="0"/>
              <a:t>Speech Synthesis API converts text into voice.</a:t>
            </a:r>
          </a:p>
          <a:p>
            <a:pPr>
              <a:defRPr sz="2000"/>
            </a:pPr>
            <a:r>
              <a:rPr b="1" dirty="0"/>
              <a:t>Supports Hindi audio guidance for elderly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Text-to-Speech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Step 1: User clicks audio button.</a:t>
            </a:r>
          </a:p>
          <a:p>
            <a:pPr>
              <a:defRPr sz="2000"/>
            </a:pPr>
            <a:r>
              <a:rPr b="1" dirty="0"/>
              <a:t>Step 2: Text content is captured.</a:t>
            </a:r>
          </a:p>
          <a:p>
            <a:pPr>
              <a:defRPr sz="2000"/>
            </a:pPr>
            <a:r>
              <a:rPr b="1" dirty="0"/>
              <a:t>Step 3: Speech synthesis engine processes the text.</a:t>
            </a:r>
          </a:p>
          <a:p>
            <a:pPr>
              <a:defRPr sz="2000"/>
            </a:pPr>
            <a:r>
              <a:rPr b="1" dirty="0"/>
              <a:t>Step 4: Audio instructions are played aloud.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function </a:t>
            </a:r>
            <a:r>
              <a:rPr b="1" dirty="0" err="1"/>
              <a:t>speakText</a:t>
            </a:r>
            <a:r>
              <a:rPr b="1" dirty="0"/>
              <a:t>(text) {</a:t>
            </a:r>
          </a:p>
          <a:p>
            <a:pPr>
              <a:defRPr sz="2000"/>
            </a:pPr>
            <a:r>
              <a:rPr b="1" dirty="0"/>
              <a:t> </a:t>
            </a:r>
            <a:r>
              <a:rPr b="1" dirty="0" err="1"/>
              <a:t>const</a:t>
            </a:r>
            <a:r>
              <a:rPr b="1" dirty="0"/>
              <a:t> speech = new </a:t>
            </a:r>
            <a:r>
              <a:rPr b="1" dirty="0" err="1"/>
              <a:t>SpeechSynthesisUtterance</a:t>
            </a:r>
            <a:r>
              <a:rPr b="1" dirty="0"/>
              <a:t>(text);</a:t>
            </a:r>
          </a:p>
          <a:p>
            <a:pPr>
              <a:defRPr sz="2000"/>
            </a:pPr>
            <a:r>
              <a:rPr b="1" dirty="0"/>
              <a:t> </a:t>
            </a:r>
            <a:r>
              <a:rPr b="1" dirty="0" err="1"/>
              <a:t>speech.lang</a:t>
            </a:r>
            <a:r>
              <a:rPr b="1" dirty="0"/>
              <a:t> = 'hi-IN';</a:t>
            </a:r>
          </a:p>
          <a:p>
            <a:pPr>
              <a:defRPr sz="2000"/>
            </a:pPr>
            <a:r>
              <a:rPr b="1" dirty="0"/>
              <a:t> </a:t>
            </a:r>
            <a:r>
              <a:rPr b="1" dirty="0" err="1"/>
              <a:t>window.speechSynthesis.speak</a:t>
            </a:r>
            <a:r>
              <a:rPr b="1" dirty="0"/>
              <a:t>(speech);</a:t>
            </a:r>
          </a:p>
          <a:p>
            <a:pPr>
              <a:defRPr sz="2000"/>
            </a:pPr>
            <a:r>
              <a:rPr b="1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Benefits of Audio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Helps visually impaired users.</a:t>
            </a:r>
          </a:p>
          <a:p>
            <a:pPr>
              <a:defRPr sz="2000"/>
            </a:pPr>
            <a:r>
              <a:rPr b="1" dirty="0"/>
              <a:t>Reduces dependency on reading.</a:t>
            </a:r>
          </a:p>
          <a:p>
            <a:pPr>
              <a:defRPr sz="2000"/>
            </a:pPr>
            <a:r>
              <a:rPr b="1" dirty="0"/>
              <a:t>Improves confidence and independence.</a:t>
            </a:r>
          </a:p>
          <a:p>
            <a:pPr>
              <a:defRPr sz="2000"/>
            </a:pPr>
            <a:r>
              <a:rPr b="1" dirty="0"/>
              <a:t>Makes healthcare systems more inclusive.</a:t>
            </a:r>
          </a:p>
          <a:p>
            <a:pPr>
              <a:defRPr sz="2000"/>
            </a:pPr>
            <a:r>
              <a:rPr b="1" dirty="0"/>
              <a:t>Provides easier understanding of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High contrast interface improves visibility.</a:t>
            </a:r>
          </a:p>
          <a:p>
            <a:pPr>
              <a:defRPr sz="2000"/>
            </a:pPr>
            <a:r>
              <a:t>Simple navigation reduces confusion.</a:t>
            </a:r>
          </a:p>
          <a:p>
            <a:pPr>
              <a:defRPr sz="2000"/>
            </a:pPr>
            <a:r>
              <a:t>Large clickable buttons improve interaction.</a:t>
            </a:r>
          </a:p>
          <a:p>
            <a:pPr>
              <a:defRPr sz="2000"/>
            </a:pPr>
            <a:r>
              <a:t>Minimal design reduces cognitive overload.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 smtClean="0"/>
              <a:t>Accessibility features were successfully implemented.</a:t>
            </a:r>
          </a:p>
          <a:p>
            <a:pPr>
              <a:defRPr sz="2000"/>
            </a:pPr>
            <a:r>
              <a:rPr b="1" dirty="0" smtClean="0"/>
              <a:t>Speech synthesis worked properly across browsers.</a:t>
            </a:r>
          </a:p>
          <a:p>
            <a:pPr>
              <a:defRPr sz="2000"/>
            </a:pPr>
            <a:r>
              <a:rPr b="1" dirty="0" smtClean="0"/>
              <a:t>Users reported improved readability and navigation.</a:t>
            </a:r>
          </a:p>
          <a:p>
            <a:pPr>
              <a:defRPr sz="2000"/>
            </a:pPr>
            <a:r>
              <a:rPr b="1" dirty="0" smtClean="0"/>
              <a:t>Positive feedback received during testing.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Maintaining browser compatibility.</a:t>
            </a:r>
          </a:p>
          <a:p>
            <a:pPr>
              <a:defRPr sz="2000"/>
            </a:pPr>
            <a:r>
              <a:rPr b="1" dirty="0"/>
              <a:t>Ensuring proper Hindi pronunciation in speech.</a:t>
            </a:r>
          </a:p>
          <a:p>
            <a:pPr>
              <a:defRPr sz="2000"/>
            </a:pPr>
            <a:r>
              <a:rPr b="1" dirty="0"/>
              <a:t>Balancing simplicity with functionality.</a:t>
            </a:r>
          </a:p>
          <a:p>
            <a:pPr>
              <a:defRPr sz="2000"/>
            </a:pPr>
            <a:r>
              <a:rPr b="1" dirty="0"/>
              <a:t>Designing accessible yet modern UI components.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Voice command system using speech recognition.</a:t>
            </a:r>
          </a:p>
          <a:p>
            <a:pPr>
              <a:defRPr sz="2000"/>
            </a:pPr>
            <a:r>
              <a:rPr b="1" dirty="0"/>
              <a:t>AI-based virtual healthcare assistant.</a:t>
            </a:r>
          </a:p>
          <a:p>
            <a:pPr>
              <a:defRPr sz="2000"/>
            </a:pPr>
            <a:r>
              <a:rPr b="1" dirty="0"/>
              <a:t>Multi-language audio support.</a:t>
            </a:r>
          </a:p>
          <a:p>
            <a:pPr>
              <a:defRPr sz="2000"/>
            </a:pPr>
            <a:r>
              <a:rPr b="1" dirty="0"/>
              <a:t>Offline accessibility support.</a:t>
            </a:r>
          </a:p>
          <a:p>
            <a:pPr>
              <a:defRPr sz="2000"/>
            </a:pPr>
            <a:r>
              <a:rPr b="1" dirty="0"/>
              <a:t>Integration with wearable healthcare devices.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 err="1"/>
              <a:t>CarePulse</a:t>
            </a:r>
            <a:r>
              <a:rPr b="1" dirty="0"/>
              <a:t> improves healthcare accessibility for senior citizens.</a:t>
            </a:r>
          </a:p>
          <a:p>
            <a:pPr>
              <a:defRPr sz="2000"/>
            </a:pPr>
            <a:r>
              <a:rPr b="1" dirty="0"/>
              <a:t>Accessibility and audio guidance enhance usability.</a:t>
            </a:r>
          </a:p>
          <a:p>
            <a:pPr>
              <a:defRPr sz="2000"/>
            </a:pPr>
            <a:r>
              <a:rPr b="1" dirty="0"/>
              <a:t>The project demonstrates inclusive healthcare technology.</a:t>
            </a:r>
          </a:p>
          <a:p>
            <a:pPr>
              <a:defRPr sz="2000"/>
            </a:pPr>
            <a:r>
              <a:rPr b="1" dirty="0"/>
              <a:t>Senior citizens can interact more independently and confidently.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b="1" dirty="0"/>
              <a:t>Thank You!</a:t>
            </a:r>
          </a:p>
          <a:p>
            <a:pPr>
              <a:defRPr sz="2000"/>
            </a:pPr>
            <a:r>
              <a:rPr b="1" dirty="0"/>
              <a:t>Questions &amp; Answers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730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CarePulse: Simple Check-ins, Stronger Bonds</vt:lpstr>
      <vt:lpstr>Agenda</vt:lpstr>
      <vt:lpstr>Introduction</vt:lpstr>
      <vt:lpstr>Why This Project is Needed</vt:lpstr>
      <vt:lpstr>Problem Statement</vt:lpstr>
      <vt:lpstr>Project Objectives</vt:lpstr>
      <vt:lpstr>Literature Survey</vt:lpstr>
      <vt:lpstr>System Architecture</vt:lpstr>
      <vt:lpstr>Technology Stack</vt:lpstr>
      <vt:lpstr>Team Contribution</vt:lpstr>
      <vt:lpstr>My Contribution</vt:lpstr>
      <vt:lpstr>Accessibility Logic</vt:lpstr>
      <vt:lpstr>Font Resize Working</vt:lpstr>
      <vt:lpstr>Audio Integration (Suniye System)</vt:lpstr>
      <vt:lpstr>Text-to-Speech Process</vt:lpstr>
      <vt:lpstr>Code Example</vt:lpstr>
      <vt:lpstr>Benefits of Audio Guidance</vt:lpstr>
      <vt:lpstr>User Interface Improvements</vt:lpstr>
      <vt:lpstr>Testing &amp; Results</vt:lpstr>
      <vt:lpstr>Challenges Faced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CarePulse: Simple Check-ins, Stronger Bonds</dc:title>
  <dc:subject/>
  <dc:creator/>
  <cp:keywords/>
  <dc:description>generated using python-pptx</dc:description>
  <cp:lastModifiedBy>lap</cp:lastModifiedBy>
  <cp:revision>2</cp:revision>
  <dcterms:created xsi:type="dcterms:W3CDTF">2013-01-27T09:14:16Z</dcterms:created>
  <dcterms:modified xsi:type="dcterms:W3CDTF">2026-05-15T00:15:03Z</dcterms:modified>
  <cp:category/>
</cp:coreProperties>
</file>